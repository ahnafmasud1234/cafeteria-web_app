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8" d="100"/>
          <a:sy n="138" d="100"/>
        </p:scale>
        <p:origin x="184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3253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1533" y="1428750"/>
            <a:ext cx="7480935" cy="5485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320"/>
              </a:lnSpc>
              <a:spcAft>
                <a:spcPts val="75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🍽️ Cafeteria Management System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91490" y="2263080"/>
            <a:ext cx="8161020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360"/>
              </a:lnSpc>
              <a:spcBef>
                <a:spcPts val="2250"/>
              </a:spcBef>
              <a:spcAft>
                <a:spcPts val="1125"/>
              </a:spcAft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Full-Stack Web Application for Cafeteria Operations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491490" y="3166021"/>
            <a:ext cx="8161020" cy="335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40"/>
              </a:lnSpc>
              <a:spcBef>
                <a:spcPts val="3750"/>
              </a:spcBef>
              <a:spcAft>
                <a:spcPts val="1125"/>
              </a:spcAft>
              <a:buNone/>
            </a:pPr>
            <a:r>
              <a:rPr lang="en-US" sz="16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• React • MongoDB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491490" y="4314825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1125"/>
              </a:spcAft>
              <a:buNone/>
            </a:pPr>
            <a:r>
              <a:rPr lang="en-US" sz="150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Mohammad Ahnaf </a:t>
            </a: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Masud | Web Development Project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Project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81610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spcAft>
                <a:spcPts val="1875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comprehensive web application designed to streamline cafeteria operations with real-time order management and interactive customer experience.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71500" y="2562225"/>
            <a:ext cx="81610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71500" y="2979390"/>
            <a:ext cx="8001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Simplify order placement and tracking for customers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 real-time inventory and order management for administrators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data-driven decisions through analytics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an intuitive and responsive user interface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🛠️ Technology Stack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388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2131665"/>
            <a:ext cx="3810000" cy="196215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Modern Python web framework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NoSQL database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Pymongo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Database driver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Pydantic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validation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Poetry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Dependency management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0" y="1714500"/>
            <a:ext cx="388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62500" y="2131665"/>
            <a:ext cx="3810000" cy="196215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UI library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Build tool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Styling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Data visualization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</a:t>
            </a: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Navigation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Customer Interface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388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Ordering Experience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" y="2131665"/>
            <a:ext cx="3810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specials with discount badges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item modals with nutrition info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Shopping cart with real-time calculation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Dietary filters (vegan, vegetarian, gluten-free)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762500" y="1714500"/>
            <a:ext cx="3886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Engagement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762500" y="2131665"/>
            <a:ext cx="3810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system with heart animations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tracking with status updates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system for completed orders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Confetti celebration on checkout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👨‍💼 Admin Dashboard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3857625" cy="1577280"/>
          </a:xfrm>
          <a:prstGeom prst="roundRect">
            <a:avLst>
              <a:gd name="adj" fmla="val 905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7234" y="1905000"/>
            <a:ext cx="3546158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spcAft>
                <a:spcPts val="375"/>
              </a:spcAft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27234" y="2684115"/>
            <a:ext cx="3546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Tabs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14875" y="1714500"/>
            <a:ext cx="3857625" cy="1577280"/>
          </a:xfrm>
          <a:prstGeom prst="roundRect">
            <a:avLst>
              <a:gd name="adj" fmla="val 905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870609" y="1905000"/>
            <a:ext cx="3546158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spcAft>
                <a:spcPts val="375"/>
              </a:spcAft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870609" y="2684115"/>
            <a:ext cx="354615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Charts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71500" y="3577530"/>
            <a:ext cx="8001000" cy="7620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metrics dashboard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🏗️ System Architecture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2539901" cy="1268611"/>
          </a:xfrm>
          <a:prstGeom prst="roundRect">
            <a:avLst>
              <a:gd name="adj" fmla="val 112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0411" y="1905000"/>
            <a:ext cx="22020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411" y="2305050"/>
            <a:ext cx="22020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200" dirty="0"/>
          </a:p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5173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01901" y="1714500"/>
            <a:ext cx="2540050" cy="1268611"/>
          </a:xfrm>
          <a:prstGeom prst="roundRect">
            <a:avLst>
              <a:gd name="adj" fmla="val 112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70810" y="1905000"/>
            <a:ext cx="22022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0810" y="2305050"/>
            <a:ext cx="220223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REST</a:t>
            </a:r>
            <a:endParaRPr lang="en-US" sz="1200" dirty="0"/>
          </a:p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8000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2450" y="1714500"/>
            <a:ext cx="2539901" cy="1268611"/>
          </a:xfrm>
          <a:prstGeom prst="roundRect">
            <a:avLst>
              <a:gd name="adj" fmla="val 11262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1361" y="1905000"/>
            <a:ext cx="220207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01361" y="2305050"/>
            <a:ext cx="2202079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1200" dirty="0"/>
          </a:p>
          <a:p>
            <a:pPr marL="0" indent="0" algn="ctr">
              <a:lnSpc>
                <a:spcPts val="192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 27017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1500" y="3268861"/>
            <a:ext cx="81610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Patterns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71500" y="3686026"/>
            <a:ext cx="8001000" cy="7620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RESTful API with 25+ endpoints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Component-based React UI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✨ Key Features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8001000" cy="196215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Multi-item cart ordering system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order status tracking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management with alerts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visualization with charts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Favorites and rating system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Technical Achievements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714500"/>
            <a:ext cx="1893094" cy="1577280"/>
          </a:xfrm>
          <a:prstGeom prst="roundRect">
            <a:avLst>
              <a:gd name="adj" fmla="val 905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6879" y="1905000"/>
            <a:ext cx="154233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spcAft>
                <a:spcPts val="375"/>
              </a:spcAft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46879" y="2684115"/>
            <a:ext cx="154233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2607469" y="1714500"/>
            <a:ext cx="1893094" cy="1577280"/>
          </a:xfrm>
          <a:prstGeom prst="roundRect">
            <a:avLst>
              <a:gd name="adj" fmla="val 905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782848" y="1905000"/>
            <a:ext cx="154233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spcAft>
                <a:spcPts val="375"/>
              </a:spcAft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2000+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82848" y="2684115"/>
            <a:ext cx="154233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Lines of Code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643438" y="1714500"/>
            <a:ext cx="1893094" cy="1577280"/>
          </a:xfrm>
          <a:prstGeom prst="roundRect">
            <a:avLst>
              <a:gd name="adj" fmla="val 905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18817" y="1905000"/>
            <a:ext cx="154233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spcAft>
                <a:spcPts val="375"/>
              </a:spcAft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818817" y="2684115"/>
            <a:ext cx="154233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79406" y="1714500"/>
            <a:ext cx="1893094" cy="1577280"/>
          </a:xfrm>
          <a:prstGeom prst="roundRect">
            <a:avLst>
              <a:gd name="adj" fmla="val 9058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4785" y="1905000"/>
            <a:ext cx="1542336" cy="731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760"/>
              </a:lnSpc>
              <a:spcAft>
                <a:spcPts val="375"/>
              </a:spcAft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854785" y="2684115"/>
            <a:ext cx="154233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1125"/>
              </a:spcAft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71500" y="3529905"/>
            <a:ext cx="8001000" cy="7620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Environment-based configuration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documentation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571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 Deployment Strategy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1905000"/>
            <a:ext cx="2539901" cy="960090"/>
          </a:xfrm>
          <a:prstGeom prst="roundRect">
            <a:avLst>
              <a:gd name="adj" fmla="val 1488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40411" y="2095500"/>
            <a:ext cx="220207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740411" y="2445990"/>
            <a:ext cx="2202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Database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3301901" y="1905000"/>
            <a:ext cx="2540050" cy="960090"/>
          </a:xfrm>
          <a:prstGeom prst="roundRect">
            <a:avLst>
              <a:gd name="adj" fmla="val 1488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470810" y="2095500"/>
            <a:ext cx="220223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Render.com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470810" y="2445990"/>
            <a:ext cx="22022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Hosting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6032450" y="1905000"/>
            <a:ext cx="2539901" cy="960090"/>
          </a:xfrm>
          <a:prstGeom prst="roundRect">
            <a:avLst>
              <a:gd name="adj" fmla="val 14881"/>
            </a:avLst>
          </a:prstGeom>
          <a:solidFill>
            <a:srgbClr val="FFFFFF">
              <a:alpha val="1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201361" y="2095500"/>
            <a:ext cx="220207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60"/>
              </a:lnSpc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201361" y="2445990"/>
            <a:ext cx="22020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Hosting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571500" y="3150840"/>
            <a:ext cx="8001000" cy="7620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 configuration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 encryption included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49647" y="1333500"/>
            <a:ext cx="5644706" cy="44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510"/>
              </a:lnSpc>
              <a:spcAft>
                <a:spcPts val="225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Project Outcomes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71500" y="2286000"/>
            <a:ext cx="8001000" cy="1562100"/>
          </a:xfrm>
          <a:prstGeom prst="rect">
            <a:avLst/>
          </a:prstGeom>
          <a:noFill/>
          <a:ln/>
        </p:spPr>
        <p:txBody>
          <a:bodyPr wrap="square" lIns="142875" tIns="0" rIns="0" bIns="0" rtlCol="0" anchor="t"/>
          <a:lstStyle/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cafeteria management system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tech stack implemented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Intuitive user interfaces</a:t>
            </a:r>
            <a:endParaRPr lang="en-US" sz="1350" dirty="0"/>
          </a:p>
          <a:p>
            <a:pPr marL="142875" indent="-142875" algn="l">
              <a:lnSpc>
                <a:spcPts val="2100"/>
              </a:lnSpc>
              <a:spcAft>
                <a:spcPts val="75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deployment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1490" y="4362450"/>
            <a:ext cx="816102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 🎉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315</Words>
  <Application>Microsoft Macintosh PowerPoint</Application>
  <PresentationFormat>On-screen Show (16:9)</PresentationFormat>
  <Paragraphs>97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Cafeteria Management System</dc:title>
  <dc:subject>PptxGenJS Presentation</dc:subject>
  <dc:creator>Ahnaf Masud</dc:creator>
  <cp:lastModifiedBy>Mohammad Ahnaf Masud</cp:lastModifiedBy>
  <cp:revision>2</cp:revision>
  <dcterms:created xsi:type="dcterms:W3CDTF">2026-01-16T12:00:31Z</dcterms:created>
  <dcterms:modified xsi:type="dcterms:W3CDTF">2026-01-16T12:03:33Z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2026-01-16T12:03:33Z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c641ff12-cae8-4961-b8d2-3d38f71cd4d8</vt:lpwstr>
  </property>
  <property fmtid="{D5CDD505-2E9C-101B-9397-08002B2CF9AE}" pid="7" name="MSIP_Label_defa4170-0d19-0005-0004-bc88714345d2_ActionId">
    <vt:lpwstr>47b9f0ad-5942-448c-a899-73432a7d09d6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50, 3, 0, 1</vt:lpwstr>
  </property>
</Properties>
</file>